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57200"/>
            <a:ext cx="2194560" cy="10972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CC96"/>
                </a:solidFill>
              </a:defRPr>
            </a:pPr>
            <a:r>
              <a:t>Relatório com Gráfico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Período: Novembro/2024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2529"/>
                </a:solidFill>
              </a:defRPr>
            </a:pPr>
            <a:r>
              <a:t>📊 Métricas Principais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• Total de Vendas: R$ 17.000
• Clientes Ativos: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t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10972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529"/>
                </a:solidFill>
              </a:defRPr>
            </a:pPr>
            <a:r>
              <a:t>📊 Gráfico - {{NOME_GRAFICO}}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</a:p>
        </p:txBody>
      </p:sp>
      <p:pic>
        <p:nvPicPr>
          <p:cNvPr id="5" name="Picture 4" descr="tmpvylct1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229600" cy="480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