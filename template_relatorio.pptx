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5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ti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457200"/>
            <a:ext cx="219456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0CC96"/>
                </a:solidFill>
              </a:defRPr>
            </a:pPr>
            <a:r>
              <a:t>{{TITULO}}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8C8C8"/>
                </a:solidFill>
              </a:defRPr>
            </a:pPr>
            <a:r>
              <a:t>Período: {{PERIODO}}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ti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"/>
            <a:ext cx="109728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12529"/>
                </a:solidFill>
              </a:defRPr>
            </a:pPr>
            <a:r>
              <a:t>📊 Métricas Principais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{{METRICAS}}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ti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"/>
            <a:ext cx="109728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12529"/>
                </a:solidFill>
              </a:defRPr>
            </a:pPr>
            <a:r>
              <a:t>📊 Gráfico - {{NOME_GRAFICO}}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8C8C8"/>
                </a:solidFill>
              </a:defRPr>
            </a:pPr>
            <a:r>
              <a:t>[{{GRAFICO}}]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